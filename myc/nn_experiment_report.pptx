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FC / CNN / Transformer 训练日志分析汇报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基于 checkpoints-and-logs/local，统一按前 3000 iter 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纳入 16 个带明确网络标签的实验，排除 4 个旧版 transformer_1d_old / transformer_2d_old 实验。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468880" cy="123444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783080"/>
            <a:ext cx="2194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472"/>
                </a:solidFill>
                <a:latin typeface="Microsoft YaHei"/>
              </a:defRPr>
            </a:pPr>
            <a:r>
              <a:t>覆盖实验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8424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55070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4048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D2433"/>
                </a:solidFill>
                <a:latin typeface="Microsoft YaHei"/>
              </a:defRPr>
            </a:pPr>
            <a:r>
              <a:t>8 个 A2C，8 个 PPO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691640"/>
            <a:ext cx="2468880" cy="123444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783080"/>
            <a:ext cx="2194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472"/>
                </a:solidFill>
                <a:latin typeface="Microsoft YaHei"/>
              </a:defRPr>
            </a:pPr>
            <a:r>
              <a:t>1-Peg 成功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98424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5507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4048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D2433"/>
                </a:solidFill>
                <a:latin typeface="Microsoft YaHei"/>
              </a:defRPr>
            </a:pPr>
            <a:r>
              <a:t>A2C 1 个，PPO 2 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34456" y="1691640"/>
            <a:ext cx="2468880" cy="123444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83080"/>
            <a:ext cx="2194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472"/>
                </a:solidFill>
                <a:latin typeface="Microsoft YaHei"/>
              </a:defRPr>
            </a:pPr>
            <a:r>
              <a:t>最佳最终评估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98424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55070"/>
                </a:solidFill>
                <a:latin typeface="Microsoft YaHei"/>
              </a:defRPr>
            </a:pPr>
            <a:r>
              <a:t>1.968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4048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D2433"/>
                </a:solidFill>
                <a:latin typeface="Microsoft YaHei"/>
              </a:defRPr>
            </a:pPr>
            <a:r>
              <a:t>A2C · FC / PPO · CNN1 / PPO · CNN3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58784" y="1691640"/>
            <a:ext cx="2926080" cy="123444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1783080"/>
            <a:ext cx="2651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D6472"/>
                </a:solidFill>
                <a:latin typeface="Microsoft YaHei"/>
              </a:defRPr>
            </a:pPr>
            <a:r>
              <a:t>最快到 1-Peg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1984248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55070"/>
                </a:solidFill>
                <a:latin typeface="Microsoft YaHei"/>
              </a:defRPr>
            </a:pPr>
            <a:r>
              <a:t>PPO · CNN1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240487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D2433"/>
                </a:solidFill>
                <a:latin typeface="Microsoft YaHei"/>
              </a:defRPr>
            </a:pPr>
            <a:r>
              <a:t>按 epoch 880，按墙钟最快 A2C · FC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46120"/>
            <a:ext cx="10789920" cy="2011680"/>
          </a:xfrm>
          <a:prstGeom prst="roundRect">
            <a:avLst/>
          </a:prstGeom>
          <a:solidFill>
            <a:srgbClr val="F3EFE8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355848"/>
            <a:ext cx="1046073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5070"/>
                </a:solidFill>
                <a:latin typeface="Microsoft YaHei"/>
              </a:defRPr>
            </a:pPr>
            <a:r>
              <a:t>本次汇报重点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630168"/>
            <a:ext cx="1046073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2433"/>
                </a:solidFill>
                <a:latin typeface="Microsoft YaHei"/>
              </a:defRPr>
            </a:pPr>
            <a:r>
              <a:t>• 所有图表和结论都只看前 3000 iter。</a:t>
            </a:r>
          </a:p>
          <a:p>
            <a:pPr>
              <a:defRPr sz="1400">
                <a:solidFill>
                  <a:srgbClr val="1D2433"/>
                </a:solidFill>
                <a:latin typeface="Microsoft YaHei"/>
              </a:defRPr>
            </a:pPr>
            <a:r>
              <a:t>• 跨 FC / CNN / Transformer 的对比，本质上是“网络结构 + 该家族训练配置”的组合对比。</a:t>
            </a:r>
          </a:p>
          <a:p>
            <a:pPr>
              <a:defRPr sz="1400">
                <a:solidFill>
                  <a:srgbClr val="1D2433"/>
                </a:solidFill>
                <a:latin typeface="Microsoft YaHei"/>
              </a:defRPr>
            </a:pPr>
            <a:r>
              <a:t>• 更接近单变量消融的是 CNN1-5 内部对比，以及 Transformer 1D / 2D 的位置编码对比。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一页结论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先看最重要的判断，再回到各家族细节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10972800" cy="512064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143000"/>
            <a:ext cx="10643616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>
                <a:solidFill>
                  <a:srgbClr val="1D2433"/>
                </a:solidFill>
                <a:latin typeface="Microsoft YaHei"/>
              </a:defRPr>
            </a:pPr>
            <a:r>
              <a:t>• 前 3000 iter 内，最佳最终评估奖励是 1.968，由 A2C · FC、PPO · CNN1、PPO · CNN3 并列拿到。</a:t>
            </a:r>
          </a:p>
          <a:p>
            <a:pPr>
              <a:defRPr sz="2000">
                <a:solidFill>
                  <a:srgbClr val="1D2433"/>
                </a:solidFill>
                <a:latin typeface="Microsoft YaHei"/>
              </a:defRPr>
            </a:pPr>
            <a:r>
              <a:t>• 真正进入 1-peg 的只有 3 个实验，其中按评估 epoch 最快的是 PPO · CNN1，在 880 epoch 达成；按墙钟时间最快的是 A2C · FC，只用了 13.8 分钟。</a:t>
            </a:r>
          </a:p>
          <a:p>
            <a:pPr>
              <a:defRPr sz="2000">
                <a:solidFill>
                  <a:srgbClr val="1D2433"/>
                </a:solidFill>
                <a:latin typeface="Microsoft YaHei"/>
              </a:defRPr>
            </a:pPr>
            <a:r>
              <a:t>• PPO 的优势主要集中在 CNN，尤其是 PPO · CNN1 和 PPO · CNN3；A2C 里最稳的是 FC。</a:t>
            </a:r>
          </a:p>
          <a:p>
            <a:pPr>
              <a:defRPr sz="2000">
                <a:solidFill>
                  <a:srgbClr val="1D2433"/>
                </a:solidFill>
                <a:latin typeface="Microsoft YaHei"/>
              </a:defRPr>
            </a:pPr>
            <a:r>
              <a:t>• Transformer 在保留实验里整体仍偏脆弱，尤其是 A2C · Transformer 1D，同时出现高梯度、低熵和较高 critic loss。</a:t>
            </a:r>
          </a:p>
          <a:p>
            <a:pPr>
              <a:defRPr sz="2000">
                <a:solidFill>
                  <a:srgbClr val="1D2433"/>
                </a:solidFill>
                <a:latin typeface="Microsoft YaHei"/>
              </a:defRPr>
            </a:pPr>
            <a:r>
              <a:t>• critic loss 和 entropy 都能解释稳定性，但都不能单独替代评估回报；最低 critic loss 并不一定代表学得最好。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实验范围与口径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先明确这份报告到底纳入了什么、又是怎么比较的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303520" cy="516636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71016"/>
            <a:ext cx="4974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5070"/>
                </a:solidFill>
                <a:latin typeface="Microsoft YaHei"/>
              </a:defRPr>
            </a:pPr>
            <a:r>
              <a:t>纳入范围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00200"/>
            <a:ext cx="4974336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纳入所有目录名带 _fc、_cnn*、_transformer* 的实验。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排除 1 个无架构后缀目录：A2C 2026-04-18 21-56-01。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额外排除 4 个旧版 Transformer 实验：A2C/PPO + transformer_1d_old/transformer_2d_old。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训练过程取自 training_history_full.csv；评估曲线取自 evaluation_metrics.csv。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303520" cy="516636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271016"/>
            <a:ext cx="4974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5070"/>
                </a:solidFill>
                <a:latin typeface="Microsoft YaHei"/>
              </a:defRPr>
            </a:pPr>
            <a:r>
              <a:t>指标口径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600200"/>
            <a:ext cx="4974336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Best / Final evaluation reward 都限定在 iter &lt;= 3000。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1-peg epoch 指首次达到 pegs_left &lt;= 1 且 epoch &lt;= 3000。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Regression gap = best_eval - final_eval。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Final entropy / critic loss / gradient 都取窗口内最后一个训练点。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A2C / PPO 实验配置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网络结构之外，算法训练器参数也决定了比较边界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303520" cy="516636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71016"/>
            <a:ext cx="4974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5070"/>
                </a:solidFill>
                <a:latin typeface="Microsoft YaHei"/>
              </a:defRPr>
            </a:pPr>
            <a:r>
              <a:t>公共运行参数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00200"/>
            <a:ext cx="4974336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n_envs = 64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n_steps = 32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device = cuda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enable_monitors = true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学习率默认来自各网络 YAML 的 optimizer.lr。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43000"/>
            <a:ext cx="5303520" cy="516636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271016"/>
            <a:ext cx="4974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55070"/>
                </a:solidFill>
                <a:latin typeface="Microsoft YaHei"/>
              </a:defRPr>
            </a:pPr>
            <a:r>
              <a:t>A2C / PPO 训练器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600200"/>
            <a:ext cx="4974336" cy="4599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A2C: batch_size=64, n_iter=14000, n_optim_steps=1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A2C: n_games_train=64, n_games_eval=50, seed=42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PPO: batch_size=64, n_iter=14000, n_optim_steps=4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PPO: clip_epsilon=0.2, entropy_coef=0.01, value_loss_coef=0.5</a:t>
            </a:r>
          </a:p>
          <a:p>
            <a:pPr>
              <a:defRPr sz="1500">
                <a:solidFill>
                  <a:srgbClr val="1D2433"/>
                </a:solidFill>
                <a:latin typeface="Microsoft YaHei"/>
              </a:defRPr>
            </a:pPr>
            <a:r>
              <a:t>• PPO: max_grad_norm=0.5, gae_lambda=0.95, discount=0.99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257800"/>
            <a:ext cx="10972800" cy="868680"/>
          </a:xfrm>
          <a:prstGeom prst="roundRect">
            <a:avLst/>
          </a:prstGeom>
          <a:solidFill>
            <a:srgbClr val="F3EFE8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5367528"/>
            <a:ext cx="10643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55070"/>
                </a:solidFill>
                <a:latin typeface="Microsoft YaHei"/>
              </a:defRPr>
            </a:pPr>
            <a:r>
              <a:t>解释约束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5641848"/>
            <a:ext cx="10643616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2433"/>
                </a:solidFill>
                <a:latin typeface="Microsoft YaHei"/>
              </a:defRPr>
            </a:pPr>
            <a:r>
              <a:t>• 跨家族时不能把结果简单理解成“只改网络结构”；更准确的说法是“网络结构 + 该家族配置”的组合效果。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网络改动概览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三类网络各自改动的轴并不一样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3703320" cy="274320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_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3030"/>
            <a:ext cx="3703320" cy="22631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42816" y="1143000"/>
            <a:ext cx="3703320" cy="274320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chitecture_c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1383030"/>
            <a:ext cx="3703320" cy="22631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936992" y="1143000"/>
            <a:ext cx="3703320" cy="274320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rchitecture_transfor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1383030"/>
            <a:ext cx="3703320" cy="22631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160520"/>
            <a:ext cx="10972800" cy="182880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297680"/>
            <a:ext cx="1064361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FC: 7x7x3 展平后进入多层 GELU MLP，开销最小，但丢失 2D 局部结构先验。</a:t>
            </a:r>
          </a:p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CNN1-5: 主要在卷积核大小、BatchNorm / GroupNorm、以及 PreAct + SE 残差增强之间做消融。</a:t>
            </a:r>
          </a:p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Transformer: 核心差异是 1D 正弦位置编码和 2D 可学习行列位置编码。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全局表现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先看早期窗口内谁跑得最好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623560" cy="438912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verall_final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8968"/>
            <a:ext cx="5623560" cy="3414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051560"/>
            <a:ext cx="5349240" cy="438912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amily_final_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23735"/>
            <a:ext cx="5349240" cy="224477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5486400"/>
            <a:ext cx="10972800" cy="96012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5623560"/>
            <a:ext cx="106436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窗口末最佳最终评估是 1.968，并列最优的是 A2C · FC、PPO · CNN1、PPO · CNN3。</a:t>
            </a:r>
          </a:p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PPO 的领先方案集中在 CNN；A2C 的最强单点来自 FC。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收敛效率与回退风险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不能只看最高点，还要看是否能守住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623560" cy="429768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olved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48617"/>
            <a:ext cx="5623560" cy="1195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097280"/>
            <a:ext cx="5349240" cy="429768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verall_regression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9406"/>
            <a:ext cx="5349240" cy="227342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5440680"/>
            <a:ext cx="10972800" cy="96012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5577840"/>
            <a:ext cx="1064361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最快到 1-peg 的是 PPO · CNN1，评估 epoch 为 880。</a:t>
            </a:r>
          </a:p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回退幅度最大的实验是 A2C · CNN3，窗口内 regression gap 达到 0.968。</a:t>
            </a:r>
          </a:p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保留实验里，Transformer 在 iter 3000 前仍没有进入 1-peg。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FC 家族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A2C 最稳的基线来自 FC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7086600" cy="470916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c_e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6576"/>
            <a:ext cx="7086600" cy="29105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1234440"/>
            <a:ext cx="3840480" cy="448056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2712" y="1371600"/>
            <a:ext cx="3511296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A2C · FC 在 2010 epoch 首次进入 1-peg，窗口末评估奖励 1.968。</a:t>
            </a:r>
          </a:p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PPO · FC 停在 0.968，稳定但没有冲到 1-peg。</a:t>
            </a:r>
          </a:p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FC 更像稳步爬升型基线，不是最激进的早期解法，但在 A2C 下表现非常健康。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CNN 消融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这一组是最接近单变量比较的网络实验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623560" cy="338328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2c_cnn_e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8362"/>
            <a:ext cx="5623560" cy="23096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051560"/>
            <a:ext cx="5349240" cy="338328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po_cnn_eval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4695"/>
            <a:ext cx="5349240" cy="21970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4526280"/>
            <a:ext cx="10972800" cy="155448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663440"/>
            <a:ext cx="1064361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A2C-CNN 下，3x3 系列整体比 5x5 系列更稳，后者更容易在中期回退。</a:t>
            </a:r>
          </a:p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PPO-CNN 下，PPO · CNN1 和 PPO · CNN3 都在前 3000 iter 内进入 1-peg，说明 5x5 核在 PPO 下并不吃亏。</a:t>
            </a:r>
          </a:p>
          <a:p>
            <a:pPr>
              <a:defRPr sz="1800">
                <a:solidFill>
                  <a:srgbClr val="1D2433"/>
                </a:solidFill>
                <a:latin typeface="Microsoft YaHei"/>
              </a:defRPr>
            </a:pPr>
            <a:r>
              <a:t>• PPO · CNN5 加入 PreAct + SE 后，评估从 0.903 回退到 0.806，当前证据不支持复杂残差增强能改善早期效率。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Transformer 位置编码与稳定性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新批次只保留 1D / 2D 的同窗比较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5486400" cy="292608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2c_transformer_e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42209"/>
            <a:ext cx="5486400" cy="22533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1005840"/>
            <a:ext cx="5394960" cy="292608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po_transformer_eval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60986"/>
            <a:ext cx="5394960" cy="22157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37960" y="4114800"/>
            <a:ext cx="5074920" cy="164592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ansformer_gradient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321520"/>
            <a:ext cx="5074920" cy="12324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069080"/>
            <a:ext cx="5486400" cy="178308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206240"/>
            <a:ext cx="515721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A2C · Transformer 1D 的窗口末梯度达到 115.278，熵只有 0.012。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A2C · Transformer 2D 的对应数值是 0.895 和 0.064，稳定性明显更好。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但在 PPO 下，1D 和 2D 都没有在 iter 3000 前进入 1-peg。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策略熵分析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entropy 更接近“策略是否过早塌缩”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7498079" cy="498348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tropy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67097"/>
            <a:ext cx="7498079" cy="45524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234440"/>
            <a:ext cx="3429000" cy="461772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371600"/>
            <a:ext cx="3099816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最低熵的三个实验是 A2C · CNN1、A2C · CNN3、A2C · Transformer 1D。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前两个实验的窗口末评估奖励分别只有 0.065 和 0.000，典型塌缩。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熵最高的是 PPO · CNN5，达到 1.281，但最终评估也只有 0.806。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真正成功的 PPO · CNN1 / CNN3 处在中等熵区间，更像是“既保留探索、又没有完全塌缩”的平衡点。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Critic Loss 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critic loss 能解释价值函数拟合状态，但不能单独代表效果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7498079" cy="498348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itic_los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67097"/>
            <a:ext cx="7498079" cy="45524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234440"/>
            <a:ext cx="3429000" cy="461772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371600"/>
            <a:ext cx="3099816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最高 critic loss 来自 A2C · Transformer 1D，达到 0.152，这和它的梯度尖峰是一致的。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但最低 critic loss 的实验里也有 A2C · CNN3 和 A2C · CNN1，它们的最终评估分别只有 0.000 和 0.065。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A2C · FC 的 critic loss / entropy 为 0.038 / 0.211，属于更健康的组合。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结论是：critic loss 更适合和评估回报、熵、梯度一起看，而不是单独排序。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35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12191695" cy="73152"/>
          </a:xfrm>
          <a:prstGeom prst="rect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869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DF9"/>
                </a:solidFill>
                <a:latin typeface="Microsoft YaHei"/>
              </a:defRPr>
            </a:pPr>
            <a:r>
              <a:t>效率与建议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46634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E7EF"/>
                </a:solidFill>
                <a:latin typeface="Microsoft YaHei"/>
              </a:defRPr>
            </a:pPr>
            <a:r>
              <a:t>最后看训练成本，以及下一轮该怎么做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7086600" cy="452628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untime_per_epo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54851"/>
            <a:ext cx="7086600" cy="43025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1234440"/>
            <a:ext cx="3840480" cy="4480560"/>
          </a:xfrm>
          <a:prstGeom prst="roundRect">
            <a:avLst/>
          </a:prstGeom>
          <a:solidFill>
            <a:srgbClr val="FFFDF9"/>
          </a:solidFill>
          <a:ln>
            <a:solidFill>
              <a:srgbClr val="D8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2712" y="1371600"/>
            <a:ext cx="3511296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A2C · FC 平均每个 epoch 只需 0.406 秒，是最省时的强基线。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PPO · Transformer 1D 约 3.348 秒 / epoch，成本高且收益有限。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如果目标是前 3000 iter 尽快拿到高评估表现，优先保留 PPO + CNN1 / CNN3。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如果继续做 CNN 消融，建议围绕核大小和归一化再细化；PreAct + SE 目前没有证据支持。</a:t>
            </a:r>
          </a:p>
          <a:p>
            <a:pPr>
              <a:defRPr sz="1700">
                <a:solidFill>
                  <a:srgbClr val="1D2433"/>
                </a:solidFill>
                <a:latin typeface="Microsoft YaHei"/>
              </a:defRPr>
            </a:pPr>
            <a:r>
              <a:t>• 如果继续做 Transformer，先把稳定性当成第一优先级，再谈最终性能。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D6472"/>
                </a:solidFill>
                <a:latin typeface="Microsoft YaHei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